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IBM Plex Sans" panose="020B0503050203000203" pitchFamily="34" charset="0"/>
      <p:regular r:id="rId10"/>
      <p:bold r:id="rId11"/>
      <p:italic r:id="rId12"/>
      <p:boldItalic r:id="rId13"/>
    </p:embeddedFont>
    <p:embeddedFont>
      <p:font typeface="Outfit Medium" pitchFamily="2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71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E7B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0" y="1900652"/>
            <a:ext cx="6675280" cy="41631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ru-RU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Ethiopia: Culture and Traditions for First-Time Visitors</a:t>
            </a:r>
            <a:endParaRPr lang="ru-RU" sz="6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endParaRPr lang="ru-RU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endParaRPr lang="ru-RU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Outfit Medium" pitchFamily="34" charset="0"/>
              <a:ea typeface="Outfit Medium" pitchFamily="34" charset="-122"/>
              <a:cs typeface="Outfit Medium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endParaRPr lang="ru-RU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ctr">
              <a:lnSpc>
                <a:spcPts val="5550"/>
              </a:lnSpc>
              <a:buNone/>
            </a:pPr>
            <a:endParaRPr lang="en-US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1710" y="5424130"/>
            <a:ext cx="6383060" cy="39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</a:t>
            </a:r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Maria Kosogova, Fedorov Dmitry </a:t>
            </a:r>
            <a:endParaRPr lang="en-US" sz="17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12" y="1712594"/>
            <a:ext cx="6824188" cy="45494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61680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Рисунок 9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CB5A12-068E-37BC-B215-A85E71C98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1400" y="7759700"/>
            <a:ext cx="21590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90" y="96178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Introduction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986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60394" y="1801732"/>
            <a:ext cx="6244709" cy="2109867"/>
          </a:xfrm>
          <a:prstGeom prst="roundRect">
            <a:avLst>
              <a:gd name="adj" fmla="val 845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08" y="1986418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7510" y="1918195"/>
            <a:ext cx="52807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Ethiopia has very beautiful nature, and it looks really amazing.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However, cultural values can feel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quite</a:t>
            </a: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different, and people may act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differently</a:t>
            </a: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unexpectedly</a:t>
            </a: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so it can feel a bit strange at first.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801" y="1830030"/>
            <a:ext cx="7186731" cy="479115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71E0A0-F329-0B50-F455-197F0482F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на открытом воздухе, водопад, небо, прир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1D3FF7-BCE5-1E7D-341F-0815557DB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08" y="4147084"/>
            <a:ext cx="5918200" cy="3945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23054"/>
            <a:ext cx="707648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Time Works Differently Here</a:t>
            </a:r>
            <a:endParaRPr lang="en-US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407" y="1760339"/>
            <a:ext cx="13067586" cy="1293495"/>
          </a:xfrm>
          <a:prstGeom prst="roundRect">
            <a:avLst>
              <a:gd name="adj" fmla="val 15536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49" y="2103001"/>
            <a:ext cx="279083" cy="223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6974" y="2035850"/>
            <a:ext cx="121187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Time works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very differently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 Ethiopia. The year is different, and people count time from sunrise. Life moves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quite slowly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people are not very strict about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07" y="3548182"/>
            <a:ext cx="6669762" cy="381119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381" y="3548182"/>
            <a:ext cx="5755719" cy="3245763"/>
          </a:xfrm>
          <a:prstGeom prst="rect">
            <a:avLst/>
          </a:prstGeom>
        </p:spPr>
      </p:pic>
      <p:pic>
        <p:nvPicPr>
          <p:cNvPr id="8" name="Рисунок 7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595842-BE86-BCBD-DDC6-1A291FC83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4379"/>
            <a:ext cx="6315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Driving and Road Culture</a:t>
            </a:r>
            <a:endParaRPr lang="en-US" sz="7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3776" y="2365970"/>
            <a:ext cx="5986185" cy="4428530"/>
          </a:xfrm>
          <a:prstGeom prst="roundRect">
            <a:avLst>
              <a:gd name="adj" fmla="val 3940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02" y="2559306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562" y="2559306"/>
            <a:ext cx="5280779" cy="470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traffic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and very unpredictable.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Cars, people, and animals move together and freely on the roads.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often drive fast and sometimes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dangerously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are followed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strictly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in Europe.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can feel really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local people drive well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7842AB-52C2-0E9C-A82D-2E4663110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16FB2C8-8E97-8E4F-829D-BEEC6733E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625" y="2200057"/>
            <a:ext cx="7338899" cy="4861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761" y="810062"/>
            <a:ext cx="74030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Behavior and Social Etiquette</a:t>
            </a:r>
            <a:endParaRPr lang="en-US" sz="8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61" y="2427089"/>
            <a:ext cx="6560299" cy="4888111"/>
          </a:xfrm>
          <a:prstGeom prst="rect">
            <a:avLst/>
          </a:prstGeom>
        </p:spPr>
      </p:pic>
      <p:pic>
        <p:nvPicPr>
          <p:cNvPr id="7" name="Рисунок 6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F88CC4-5068-0D55-0F1F-41E785E82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E699E95D-5924-F3C6-3469-722FFCDAD88D}"/>
              </a:ext>
            </a:extLst>
          </p:cNvPr>
          <p:cNvSpPr/>
          <p:nvPr/>
        </p:nvSpPr>
        <p:spPr>
          <a:xfrm>
            <a:off x="7872829" y="2427089"/>
            <a:ext cx="6244709" cy="4652963"/>
          </a:xfrm>
          <a:prstGeom prst="roundRect">
            <a:avLst>
              <a:gd name="adj" fmla="val 4776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ED0FEA0B-6487-E9FA-7CAE-7ABF71704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690" y="2782491"/>
            <a:ext cx="283488" cy="226814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5130A070-B6DF-C222-126C-A78E08133F22}"/>
              </a:ext>
            </a:extLst>
          </p:cNvPr>
          <p:cNvSpPr/>
          <p:nvPr/>
        </p:nvSpPr>
        <p:spPr>
          <a:xfrm>
            <a:off x="8609945" y="2710577"/>
            <a:ext cx="5280779" cy="379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communicate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quite differently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Europe</a:t>
            </a:r>
          </a:p>
          <a:p>
            <a:pPr marL="342900" indent="-342900">
              <a:buSzPct val="10000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culture can seem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unusual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speak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openly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not formal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feel really strange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0608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Traditional Tribal Life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98371" y="2074456"/>
            <a:ext cx="6242010" cy="2291481"/>
          </a:xfrm>
          <a:prstGeom prst="roundRect">
            <a:avLst>
              <a:gd name="adj" fmla="val 9857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69" y="2365802"/>
            <a:ext cx="184190" cy="147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6983" y="2376567"/>
            <a:ext cx="12416433" cy="110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Some tribes live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very traditionally</a:t>
            </a:r>
            <a:endParaRPr lang="ru-RU" sz="2000" b="1" dirty="0">
              <a:solidFill>
                <a:srgbClr val="000000"/>
              </a:solidFill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They use ancient customs and rituals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People live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close to nature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Clothing and body decoration can be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quite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unusual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Life is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completely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different from modern cities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273641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3790" y="334101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3790" y="364331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3790" y="6800374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93790" y="710267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93790" y="740497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pic>
        <p:nvPicPr>
          <p:cNvPr id="14" name="Рисунок 13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3E4C80-6C58-A5D2-4728-DB6A7A361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Человеческое лицо, человек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0F489A-D2C8-A910-FAA0-F08F1DA4F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61" y="4626918"/>
            <a:ext cx="6153320" cy="3353559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человек, на открытом воздухе, Человеческое лицо, голов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5CD048-EBD8-47D2-C328-A628D8572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199" y="2384552"/>
            <a:ext cx="6983113" cy="4639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90" y="1041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4787" y="1680568"/>
            <a:ext cx="6002272" cy="2300644"/>
          </a:xfrm>
          <a:prstGeom prst="roundRect">
            <a:avLst>
              <a:gd name="adj" fmla="val 942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2032278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31901" y="1943874"/>
            <a:ext cx="1207889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Ethiopia is not what you expect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It offers a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completely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different way of life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culture is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rich and unique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It is an incredible cultural experience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Изображение выглядит как зеленый, Бирюз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62520E-725A-7404-1117-ED80167FE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3701" y="7759700"/>
            <a:ext cx="2159000" cy="469900"/>
          </a:xfrm>
          <a:prstGeom prst="rect">
            <a:avLst/>
          </a:prstGeom>
        </p:spPr>
      </p:pic>
      <p:pic>
        <p:nvPicPr>
          <p:cNvPr id="8" name="Рисунок 7" descr="Изображение выглядит как флаг, Флаг Соединенных Штатов, День флага (США)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2275A5-D6E2-A11D-86AB-6FCEF5770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787" y="4248388"/>
            <a:ext cx="6683016" cy="3524604"/>
          </a:xfrm>
          <a:prstGeom prst="rect">
            <a:avLst/>
          </a:prstGeom>
        </p:spPr>
      </p:pic>
      <p:pic>
        <p:nvPicPr>
          <p:cNvPr id="10" name="Рисунок 9" descr="Изображение выглядит как на открытом воздухе, небо, облако, линия горизон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19624C-4148-FEBC-7B8D-2BEC9E488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52" y="2411808"/>
            <a:ext cx="6508137" cy="4903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251</Words>
  <Application>Microsoft Macintosh PowerPoint</Application>
  <PresentationFormat>Произвольный</PresentationFormat>
  <Paragraphs>52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IBM Plex Sans</vt:lpstr>
      <vt:lpstr>Arial</vt:lpstr>
      <vt:lpstr>Outfit Medium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Косогова Мария Александровна</cp:lastModifiedBy>
  <cp:revision>8</cp:revision>
  <dcterms:created xsi:type="dcterms:W3CDTF">2026-04-16T21:18:07Z</dcterms:created>
  <dcterms:modified xsi:type="dcterms:W3CDTF">2026-04-17T12:44:54Z</dcterms:modified>
</cp:coreProperties>
</file>