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07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55996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команда: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4819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ролей Мередита Белбина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44776"/>
            <a:ext cx="3200400" cy="36576"/>
          </a:xfrm>
          <a:prstGeom prst="rect">
            <a:avLst/>
          </a:prstGeom>
          <a:solidFill>
            <a:srgbClr val="8A9BB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мультфильм, рисунок, графическая встав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5CBA4B-093E-0220-7E34-4A5386AE3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5582"/>
            <a:ext cx="3994713" cy="2663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личного опыта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по истории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560320"/>
            <a:ext cx="914400" cy="36576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Командное задание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интервью у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2560320"/>
            <a:ext cx="914400" cy="36576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мог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договориться о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распределении задач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03504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2560320"/>
            <a:ext cx="914400" cy="36576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35040" y="269748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Чуть не провалили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из-за отсутствия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Не хватало одного — правильного распределения ролей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Мередит Белбин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исследований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командных ролей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понять, что делает команду эффективной, несмотря на различия участников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командных ролей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Идеи и данные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0972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идей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724912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74320" y="2724912"/>
            <a:ext cx="10972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75488" y="2724912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803904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74320" y="3803904"/>
            <a:ext cx="10972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5488" y="3803904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Работа с людьми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64592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200400" y="1645920"/>
            <a:ext cx="109728" cy="914400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401568" y="1645920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724912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200400" y="2724912"/>
            <a:ext cx="109728" cy="914400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401568" y="2724912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3803904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200400" y="3803904"/>
            <a:ext cx="109728" cy="914400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401568" y="3803904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Дипломат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E070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Результат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64592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6126480" y="1645920"/>
            <a:ext cx="109728" cy="914400"/>
          </a:xfrm>
          <a:prstGeom prst="rect">
            <a:avLst/>
          </a:prstGeom>
          <a:solidFill>
            <a:srgbClr val="E070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327648" y="1645920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Реализатор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2724912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126480" y="2724912"/>
            <a:ext cx="109728" cy="914400"/>
          </a:xfrm>
          <a:prstGeom prst="rect">
            <a:avLst/>
          </a:prstGeom>
          <a:solidFill>
            <a:srgbClr val="E070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327648" y="2724912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Формирователь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3803904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6126480" y="3803904"/>
            <a:ext cx="109728" cy="914400"/>
          </a:xfrm>
          <a:prstGeom prst="rect">
            <a:avLst/>
          </a:prstGeom>
          <a:solidFill>
            <a:srgbClr val="E070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327648" y="3803904"/>
            <a:ext cx="2359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Завершитель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применять на практике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85800" cy="685800"/>
          </a:xfrm>
          <a:prstGeom prst="ellipse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34440" y="1097280"/>
            <a:ext cx="74066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463040" y="117043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Определите свою роль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5910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Поймите, в чём вы наиболее сильны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685800" cy="685800"/>
          </a:xfrm>
          <a:prstGeom prst="ellipse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34440" y="2331720"/>
            <a:ext cx="74066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463040" y="240487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Проанализируйте команду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82549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роли есть, а каких не хватает?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685800" cy="685800"/>
          </a:xfrm>
          <a:prstGeom prst="ellipse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34440" y="3566160"/>
            <a:ext cx="74066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463040" y="363931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Распределите задачи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5993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Учитывайте сильные стороны каждого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27432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команды = правильно распределённые роли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38247" y="345186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плохих участников —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неподходящие роли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7685"/>
            <a:ext cx="2286000" cy="45720"/>
          </a:xfrm>
          <a:prstGeom prst="rect">
            <a:avLst/>
          </a:prstGeom>
          <a:solidFill>
            <a:srgbClr val="E85D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38247" y="202311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становится сильной,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каждый находится на своём месте.</a:t>
            </a:r>
            <a:endParaRPr lang="en-US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0B37439-CAE2-9ED2-0527-CCBA3E11B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1812" y="1991106"/>
            <a:ext cx="3893941" cy="27752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157</Words>
  <Application>Microsoft Macintosh PowerPoint</Application>
  <PresentationFormat>Экран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Командные роли по Белбину</dc:title>
  <dc:subject>PptxGenJS Presentation</dc:subject>
  <dc:creator>PptxGenJS</dc:creator>
  <cp:lastModifiedBy>Косогова Мария Александровна</cp:lastModifiedBy>
  <cp:revision>3</cp:revision>
  <dcterms:created xsi:type="dcterms:W3CDTF">2026-05-19T21:06:38Z</dcterms:created>
  <dcterms:modified xsi:type="dcterms:W3CDTF">2026-05-19T21:21:57Z</dcterms:modified>
</cp:coreProperties>
</file>